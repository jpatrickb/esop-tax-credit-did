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C6F9B0-FD65-4CC9-851B-365A612405BF}" v="83" dt="2025-10-29T03:14:03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Cheney" userId="51JLtuQPol53+n/voMKf4hPcuQYe8izcNoOWxjz/n0M=" providerId="None" clId="Web-{D6C6F9B0-FD65-4CC9-851B-365A612405BF}"/>
    <pc:docChg chg="addSld delSld modSld">
      <pc:chgData name="William Cheney" userId="51JLtuQPol53+n/voMKf4hPcuQYe8izcNoOWxjz/n0M=" providerId="None" clId="Web-{D6C6F9B0-FD65-4CC9-851B-365A612405BF}" dt="2025-10-29T03:14:03.739" v="71" actId="20577"/>
      <pc:docMkLst>
        <pc:docMk/>
      </pc:docMkLst>
      <pc:sldChg chg="modSp">
        <pc:chgData name="William Cheney" userId="51JLtuQPol53+n/voMKf4hPcuQYe8izcNoOWxjz/n0M=" providerId="None" clId="Web-{D6C6F9B0-FD65-4CC9-851B-365A612405BF}" dt="2025-10-29T03:14:03.739" v="71" actId="20577"/>
        <pc:sldMkLst>
          <pc:docMk/>
          <pc:sldMk cId="109857222" sldId="256"/>
        </pc:sldMkLst>
        <pc:spChg chg="mod">
          <ac:chgData name="William Cheney" userId="51JLtuQPol53+n/voMKf4hPcuQYe8izcNoOWxjz/n0M=" providerId="None" clId="Web-{D6C6F9B0-FD65-4CC9-851B-365A612405BF}" dt="2025-10-29T03:12:53.394" v="5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William Cheney" userId="51JLtuQPol53+n/voMKf4hPcuQYe8izcNoOWxjz/n0M=" providerId="None" clId="Web-{D6C6F9B0-FD65-4CC9-851B-365A612405BF}" dt="2025-10-29T03:14:03.739" v="7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William Cheney" userId="51JLtuQPol53+n/voMKf4hPcuQYe8izcNoOWxjz/n0M=" providerId="None" clId="Web-{D6C6F9B0-FD65-4CC9-851B-365A612405BF}" dt="2025-10-29T03:10:00.734" v="27" actId="20577"/>
        <pc:sldMkLst>
          <pc:docMk/>
          <pc:sldMk cId="313410459" sldId="257"/>
        </pc:sldMkLst>
        <pc:spChg chg="mod">
          <ac:chgData name="William Cheney" userId="51JLtuQPol53+n/voMKf4hPcuQYe8izcNoOWxjz/n0M=" providerId="None" clId="Web-{D6C6F9B0-FD65-4CC9-851B-365A612405BF}" dt="2025-10-29T03:10:00.734" v="27" actId="20577"/>
          <ac:spMkLst>
            <pc:docMk/>
            <pc:sldMk cId="313410459" sldId="257"/>
            <ac:spMk id="2" creationId="{73E05521-429F-4749-1D54-EFF43E74718A}"/>
          </ac:spMkLst>
        </pc:spChg>
        <pc:spChg chg="mod">
          <ac:chgData name="William Cheney" userId="51JLtuQPol53+n/voMKf4hPcuQYe8izcNoOWxjz/n0M=" providerId="None" clId="Web-{D6C6F9B0-FD65-4CC9-851B-365A612405BF}" dt="2025-10-29T03:08:14.059" v="16" actId="20577"/>
          <ac:spMkLst>
            <pc:docMk/>
            <pc:sldMk cId="313410459" sldId="257"/>
            <ac:spMk id="3" creationId="{E31FE5D0-D6EA-CE74-31AF-213E20F53C57}"/>
          </ac:spMkLst>
        </pc:spChg>
      </pc:sldChg>
      <pc:sldChg chg="modSp new del">
        <pc:chgData name="William Cheney" userId="51JLtuQPol53+n/voMKf4hPcuQYe8izcNoOWxjz/n0M=" providerId="None" clId="Web-{D6C6F9B0-FD65-4CC9-851B-365A612405BF}" dt="2025-10-29T03:09:22.452" v="18"/>
        <pc:sldMkLst>
          <pc:docMk/>
          <pc:sldMk cId="1854493647" sldId="258"/>
        </pc:sldMkLst>
        <pc:spChg chg="mod">
          <ac:chgData name="William Cheney" userId="51JLtuQPol53+n/voMKf4hPcuQYe8izcNoOWxjz/n0M=" providerId="None" clId="Web-{D6C6F9B0-FD65-4CC9-851B-365A612405BF}" dt="2025-10-29T03:08:16.559" v="17" actId="20577"/>
          <ac:spMkLst>
            <pc:docMk/>
            <pc:sldMk cId="1854493647" sldId="258"/>
            <ac:spMk id="3" creationId="{3868FF37-6BE9-B791-5B30-31C2914A6CAA}"/>
          </ac:spMkLst>
        </pc:spChg>
      </pc:sldChg>
      <pc:sldChg chg="modSp new">
        <pc:chgData name="William Cheney" userId="51JLtuQPol53+n/voMKf4hPcuQYe8izcNoOWxjz/n0M=" providerId="None" clId="Web-{D6C6F9B0-FD65-4CC9-851B-365A612405BF}" dt="2025-10-29T03:12:11.768" v="47" actId="20577"/>
        <pc:sldMkLst>
          <pc:docMk/>
          <pc:sldMk cId="2297397937" sldId="259"/>
        </pc:sldMkLst>
        <pc:spChg chg="mod">
          <ac:chgData name="William Cheney" userId="51JLtuQPol53+n/voMKf4hPcuQYe8izcNoOWxjz/n0M=" providerId="None" clId="Web-{D6C6F9B0-FD65-4CC9-851B-365A612405BF}" dt="2025-10-29T03:12:11.768" v="47" actId="20577"/>
          <ac:spMkLst>
            <pc:docMk/>
            <pc:sldMk cId="2297397937" sldId="259"/>
            <ac:spMk id="2" creationId="{59F642ED-6018-E95D-E2E0-9D40735ACB29}"/>
          </ac:spMkLst>
        </pc:spChg>
        <pc:spChg chg="mod">
          <ac:chgData name="William Cheney" userId="51JLtuQPol53+n/voMKf4hPcuQYe8izcNoOWxjz/n0M=" providerId="None" clId="Web-{D6C6F9B0-FD65-4CC9-851B-365A612405BF}" dt="2025-10-29T03:09:27.405" v="20" actId="20577"/>
          <ac:spMkLst>
            <pc:docMk/>
            <pc:sldMk cId="2297397937" sldId="259"/>
            <ac:spMk id="3" creationId="{09046516-DBFC-5407-2699-314EFDDD96AF}"/>
          </ac:spMkLst>
        </pc:spChg>
      </pc:sldChg>
      <pc:sldChg chg="modSp new">
        <pc:chgData name="William Cheney" userId="51JLtuQPol53+n/voMKf4hPcuQYe8izcNoOWxjz/n0M=" providerId="None" clId="Web-{D6C6F9B0-FD65-4CC9-851B-365A612405BF}" dt="2025-10-29T03:09:43.906" v="23" actId="20577"/>
        <pc:sldMkLst>
          <pc:docMk/>
          <pc:sldMk cId="1428976265" sldId="260"/>
        </pc:sldMkLst>
        <pc:spChg chg="mod">
          <ac:chgData name="William Cheney" userId="51JLtuQPol53+n/voMKf4hPcuQYe8izcNoOWxjz/n0M=" providerId="None" clId="Web-{D6C6F9B0-FD65-4CC9-851B-365A612405BF}" dt="2025-10-29T03:09:43.906" v="23" actId="20577"/>
          <ac:spMkLst>
            <pc:docMk/>
            <pc:sldMk cId="1428976265" sldId="260"/>
            <ac:spMk id="2" creationId="{FD4036DE-7B90-F901-1CE4-51BCF808D7BE}"/>
          </ac:spMkLst>
        </pc:spChg>
        <pc:spChg chg="mod">
          <ac:chgData name="William Cheney" userId="51JLtuQPol53+n/voMKf4hPcuQYe8izcNoOWxjz/n0M=" providerId="None" clId="Web-{D6C6F9B0-FD65-4CC9-851B-365A612405BF}" dt="2025-10-29T03:09:36.421" v="21" actId="20577"/>
          <ac:spMkLst>
            <pc:docMk/>
            <pc:sldMk cId="1428976265" sldId="260"/>
            <ac:spMk id="3" creationId="{EF791212-20B5-A55D-7CB7-755AFD24B659}"/>
          </ac:spMkLst>
        </pc:spChg>
      </pc:sldChg>
      <pc:sldChg chg="modSp new">
        <pc:chgData name="William Cheney" userId="51JLtuQPol53+n/voMKf4hPcuQYe8izcNoOWxjz/n0M=" providerId="None" clId="Web-{D6C6F9B0-FD65-4CC9-851B-365A612405BF}" dt="2025-10-29T03:12:16.956" v="49" actId="20577"/>
        <pc:sldMkLst>
          <pc:docMk/>
          <pc:sldMk cId="3253063356" sldId="261"/>
        </pc:sldMkLst>
        <pc:spChg chg="mod">
          <ac:chgData name="William Cheney" userId="51JLtuQPol53+n/voMKf4hPcuQYe8izcNoOWxjz/n0M=" providerId="None" clId="Web-{D6C6F9B0-FD65-4CC9-851B-365A612405BF}" dt="2025-10-29T03:12:16.956" v="49" actId="20577"/>
          <ac:spMkLst>
            <pc:docMk/>
            <pc:sldMk cId="3253063356" sldId="261"/>
            <ac:spMk id="2" creationId="{4B5C097A-E95A-6520-3DC0-4F17E6E2655E}"/>
          </ac:spMkLst>
        </pc:spChg>
      </pc:sldChg>
      <pc:sldChg chg="modSp new">
        <pc:chgData name="William Cheney" userId="51JLtuQPol53+n/voMKf4hPcuQYe8izcNoOWxjz/n0M=" providerId="None" clId="Web-{D6C6F9B0-FD65-4CC9-851B-365A612405BF}" dt="2025-10-29T03:11:07.158" v="39" actId="20577"/>
        <pc:sldMkLst>
          <pc:docMk/>
          <pc:sldMk cId="1043546149" sldId="262"/>
        </pc:sldMkLst>
        <pc:spChg chg="mod">
          <ac:chgData name="William Cheney" userId="51JLtuQPol53+n/voMKf4hPcuQYe8izcNoOWxjz/n0M=" providerId="None" clId="Web-{D6C6F9B0-FD65-4CC9-851B-365A612405BF}" dt="2025-10-29T03:10:56.907" v="36" actId="20577"/>
          <ac:spMkLst>
            <pc:docMk/>
            <pc:sldMk cId="1043546149" sldId="262"/>
            <ac:spMk id="2" creationId="{5144A53F-A315-EC13-F28F-1B671FF7CD3E}"/>
          </ac:spMkLst>
        </pc:spChg>
        <pc:spChg chg="mod">
          <ac:chgData name="William Cheney" userId="51JLtuQPol53+n/voMKf4hPcuQYe8izcNoOWxjz/n0M=" providerId="None" clId="Web-{D6C6F9B0-FD65-4CC9-851B-365A612405BF}" dt="2025-10-29T03:11:07.158" v="39" actId="20577"/>
          <ac:spMkLst>
            <pc:docMk/>
            <pc:sldMk cId="1043546149" sldId="262"/>
            <ac:spMk id="3" creationId="{DBCA3F14-D4B9-CA04-291B-1E5B582380C3}"/>
          </ac:spMkLst>
        </pc:spChg>
      </pc:sldChg>
      <pc:sldChg chg="modSp new">
        <pc:chgData name="William Cheney" userId="51JLtuQPol53+n/voMKf4hPcuQYe8izcNoOWxjz/n0M=" providerId="None" clId="Web-{D6C6F9B0-FD65-4CC9-851B-365A612405BF}" dt="2025-10-29T03:11:25.783" v="45" actId="20577"/>
        <pc:sldMkLst>
          <pc:docMk/>
          <pc:sldMk cId="841625884" sldId="263"/>
        </pc:sldMkLst>
        <pc:spChg chg="mod">
          <ac:chgData name="William Cheney" userId="51JLtuQPol53+n/voMKf4hPcuQYe8izcNoOWxjz/n0M=" providerId="None" clId="Web-{D6C6F9B0-FD65-4CC9-851B-365A612405BF}" dt="2025-10-29T03:11:25.783" v="45" actId="20577"/>
          <ac:spMkLst>
            <pc:docMk/>
            <pc:sldMk cId="841625884" sldId="263"/>
            <ac:spMk id="2" creationId="{61BFC659-0036-2F87-68D3-95662DE11A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Employee Ownership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Mitchell Ballif, Patrick Beal, William Cheney, Soren Pack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5521-429F-4749-1D54-EFF43E74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Display"/>
                <a:cs typeface="Arial"/>
              </a:rPr>
              <a:t>How do employee ownership tax credits affect ESOP plan participation in the U.S.?</a:t>
            </a:r>
            <a:endParaRPr lang="en-US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FE5D0-D6EA-CE74-31AF-213E20F53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Outcome: Number of ESOP Participants and $ value of ESOP assets in each state.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Treatment: Deployment of Employee ownership Tax-Credit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0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642ED-6018-E95D-E2E0-9D40735A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OLS?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6516-DBFC-5407-2699-314EFDDD9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Omitted Variables, places with higher values of employees will have higher benefits for employees and more incentives to treat employees better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Reverse Causality, a high ESOP plan participation may lead to the employee ownership tax credit passing in the legislative branch of the State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39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36DE-7B90-F901-1CE4-51BCF808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91212-20B5-A55D-7CB7-755AFD24B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Two way fixed effects difference-in-differences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7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097A-E95A-6520-3DC0-4F17E6E2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7DBD9-36D5-62C9-8DDA-0D3ADF4B8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6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A53F-A315-EC13-F28F-1B671FF7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A3F14-D4B9-CA04-291B-1E5B58238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Each observation is on the state by year level where individual states receive treatment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546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FC659-0036-2F87-68D3-95662DE1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C928C-7AC6-F495-DB76-95AA6C7B4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25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Employee Ownership</vt:lpstr>
      <vt:lpstr>How do employee ownership tax credits affect ESOP plan participation in the U.S.?</vt:lpstr>
      <vt:lpstr>Why not OLS?</vt:lpstr>
      <vt:lpstr>Strategy</vt:lpstr>
      <vt:lpstr>Data</vt:lpstr>
      <vt:lpstr>Level of Observation</vt:lpstr>
      <vt:lpstr>Regression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</cp:revision>
  <dcterms:created xsi:type="dcterms:W3CDTF">2025-10-27T18:00:49Z</dcterms:created>
  <dcterms:modified xsi:type="dcterms:W3CDTF">2025-10-29T03:14:07Z</dcterms:modified>
</cp:coreProperties>
</file>